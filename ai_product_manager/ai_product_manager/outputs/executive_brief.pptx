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Georgia"/>
              </a:rPr>
              <a:t>Top Capability Demand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Catalog</c:v>
                  </c:pt>
                  <c:pt idx="1">
                    <c:v>Commerce Platform</c:v>
                  </c:pt>
                  <c:pt idx="2">
                    <c:v>Bundles</c:v>
                  </c:pt>
                  <c:pt idx="3">
                    <c:v>Pricing</c:v>
                  </c:pt>
                  <c:pt idx="4">
                    <c:v>Promotions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29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Core Capabilities</c:v>
                  </c:pt>
                  <c:pt idx="1">
                    <c:v>Dynamic Pricing</c:v>
                  </c:pt>
                  <c:pt idx="2">
                    <c:v>Custom Logic</c:v>
                  </c:pt>
                  <c:pt idx="3">
                    <c:v>Experiences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7.25</c:v>
                </c:pt>
                <c:pt idx="1">
                  <c:v>8.97</c:v>
                </c:pt>
                <c:pt idx="2">
                  <c:v>4.99</c:v>
                </c:pt>
                <c:pt idx="3">
                  <c:v>4.88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MANAGER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Prioritization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Brief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Capabilities Scored | 9 Enterprise Customers Surveyed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21,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05156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0" y="105156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234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18288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34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105156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051560"/>
            <a:ext cx="18288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234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665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Capabilities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0632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063240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063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V1: Associations &amp; Rules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063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0" y="3172968"/>
            <a:ext cx="59436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" y="37033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3703320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3703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System: Mgmt, Exp, Flexibility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3703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72400" y="3813048"/>
            <a:ext cx="59436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4343400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63040" y="4343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Waterfall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4343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772400" y="4453128"/>
            <a:ext cx="59436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Survey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enterprise respondents across diverse industries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Participating Companies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Caterpillar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Zeiss AG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Inc.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Siteimprove A/S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600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Mobilize Financial Services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bexio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Schibsted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029200" y="1234440"/>
          <a:ext cx="3657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Matrix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291840"/>
                <a:gridCol w="914400"/>
                <a:gridCol w="685800"/>
                <a:gridCol w="594360"/>
                <a:gridCol w="777240"/>
                <a:gridCol w="77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Business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Merchandising V1: Associations &amp; Rules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Commerce 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Catalog System: Mgmt, Exp, Flexibility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Pricing Waterfall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Journey Orchestration (w Zephr)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Commerce 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5.3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 Rules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Commerce 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Dynamic Pricing 2 (Master Rules, WFall, Terms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 Optimized catalog: MCP, Data, Automation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10X ++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Experience &amp; Commerce Storefront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Commerce 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AI-powered Function, Decision Tree and Table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Ext Studio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Bundles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Promos: Foundation and OOTB Templates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Commerce 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Context Management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Commerce 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 Price-Promo Optimization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Features and Entitlements Completion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Order object hooks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Ext Studio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Capabilities — Detail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881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88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V1: Associations &amp; Rules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307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1 | Customer: 9.0 | Business: 8.6 | Cost: 4.3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06640" y="1417320"/>
            <a:ext cx="594360" cy="201168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64792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8928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1810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System: Mgmt, Exp, Flexibility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1122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| Customer: 7.8 | Business: 9.2 | Cost: 4.3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0" y="181051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06640" y="2221992"/>
            <a:ext cx="594360" cy="201168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256946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69464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26151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Waterfall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29169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| Customer: 7.8 | Business: 9.2 | Cost: 4.3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261518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9.29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06640" y="3026664"/>
            <a:ext cx="594360" cy="201168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337413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374136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5021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34198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Orchestration (w Zephr)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440" y="37216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1 | Customer: 5.3 | Business: 7.4 | Cost: 6.8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341985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8.95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06640" y="3831336"/>
            <a:ext cx="594360" cy="201168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" y="417880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178808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34440" y="4224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Rules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34440" y="4526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1 | Customer: 9.0 | Business: 8.6 | Cost: 4.3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32320" y="42245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8.66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406640" y="4636008"/>
            <a:ext cx="594360" cy="201168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Breakdown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91440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960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4360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capabilities | Avg: 7.3 | High: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92024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2240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capabilities | Avg: 9.0 | High: 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92608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Logic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3246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capabilities | Avg: 5.0 | High: 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393192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capabilities | Avg: 4.9 | High: 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Demand Heatmap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ranked by number of enterprise customers requesting them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834640" y="1280160"/>
            <a:ext cx="59436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(100%)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664208"/>
            <a:ext cx="59436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0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(100%)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025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2048256"/>
            <a:ext cx="52832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209280" y="20025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(88.9%)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865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2432304"/>
            <a:ext cx="52832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209280" y="23865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(88.9%)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70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2816352"/>
            <a:ext cx="52832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0928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(88.9%)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3200400"/>
            <a:ext cx="52832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820928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(88.9%)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538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Orchestration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3584448"/>
            <a:ext cx="46228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7548880" y="3538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(77.8%)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922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Entitlements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3968496"/>
            <a:ext cx="33020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228080" y="39227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(55.6%)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3068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4352544"/>
            <a:ext cx="2641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567680" y="43068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(44.4%)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690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Optimization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4736592"/>
            <a:ext cx="19812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4907280" y="4690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(33.3%)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86868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789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Focus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8988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Merchandising V1: Associations &amp; Rules — highest composite score combining business value and customer demand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86868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1168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0848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39572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related high-priority catalog and merchandising capabilities into a single release for maximum market impact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86868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01752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0906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Investment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40156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pricing and promotion optimization shows strong strategic value — invest ahead of competitors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680960" cy="86868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02336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096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Alignment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4074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surveyed enterprises validate demand — use this data to align sales messaging with roadmap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validate scoring weights with leadership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1-hour roadmap interviews with willing survey participants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Q1-Q2 engineering sprints to top-5 priority capabilities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4290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n8n automation for continuous scoring updates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Manager v1.0 — Powered by Intelligent Prioritization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Capability Prioritization — Executive Brief</dc:title>
  <dc:subject>PptxGenJS Presentation</dc:subject>
  <dc:creator>AI Product Manager</dc:creator>
  <cp:lastModifiedBy>AI Product Manager</cp:lastModifiedBy>
  <cp:revision>1</cp:revision>
  <dcterms:created xsi:type="dcterms:W3CDTF">2026-02-21T05:15:25Z</dcterms:created>
  <dcterms:modified xsi:type="dcterms:W3CDTF">2026-02-21T05:15:25Z</dcterms:modified>
</cp:coreProperties>
</file>